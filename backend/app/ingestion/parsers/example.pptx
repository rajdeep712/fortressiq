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1" r:id="rId2"/>
    <p:sldId id="262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91B8C-F736-24E8-82FE-CBFC0918B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400E59-A98E-5869-5354-25AAF12E14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49D9A-A903-A830-5135-71E0830DB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188F-7B23-4827-8252-509BCBC5E0A0}" type="datetimeFigureOut">
              <a:rPr lang="en-IN" smtClean="0"/>
              <a:t>25-Aug-2026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704B8-A295-C83E-4616-8ECFC90CE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58A44-71C6-B478-DD59-2BAC2EA24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7AC2-A72A-4631-9FDD-A18C4EA2F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462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9FBA3-504B-27EB-49F5-A2CAF46FA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DE143-EFAC-A3E5-6B33-23EBF6A9C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AD471-2374-62DA-257C-DB7ABEC98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188F-7B23-4827-8252-509BCBC5E0A0}" type="datetimeFigureOut">
              <a:rPr lang="en-IN" smtClean="0"/>
              <a:t>25-Aug-2026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493AF-E403-B697-61EB-8F75D99C5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76B1C-6FE0-1BD6-2E8E-58D77538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7AC2-A72A-4631-9FDD-A18C4EA2F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231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5B61F-8C7A-95CE-8235-813A5BD5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FB8A9-6E2C-3A69-1B07-700706178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A32DB-1113-07C0-7110-2E93B4FEA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188F-7B23-4827-8252-509BCBC5E0A0}" type="datetimeFigureOut">
              <a:rPr lang="en-IN" smtClean="0"/>
              <a:t>25-Aug-2026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589E1-7AF9-597D-FEAB-0B09C5F14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FF9C8-3799-3C91-5E9D-17F0130B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7AC2-A72A-4631-9FDD-A18C4EA2F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675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977F-1F8C-30B6-F597-71C3D5AF5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258E4-67BC-9A75-0228-B6E34A51A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3F93B-D46E-AE61-7F59-C0E37998F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FBC28-344F-069D-1AD7-72122830E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188F-7B23-4827-8252-509BCBC5E0A0}" type="datetimeFigureOut">
              <a:rPr lang="en-IN" smtClean="0"/>
              <a:t>25-Aug-2026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87667-2B6A-56C5-E42D-A2A87BD9F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09D79-1B7E-755A-52B8-57F8919F0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7AC2-A72A-4631-9FDD-A18C4EA2F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318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4F2D-B6ED-FFEA-C287-3B11421CC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DDEBC-6304-0EC0-9ECD-A979A473B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7C71F9-7FB4-F177-046D-7D8A132D2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82F820-EC0F-9A80-3B34-38C18BC08D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7EB818-C819-7A74-EBC0-D9551A0387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34ADEC-06CB-43D3-57ED-7ED4A98D5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188F-7B23-4827-8252-509BCBC5E0A0}" type="datetimeFigureOut">
              <a:rPr lang="en-IN" smtClean="0"/>
              <a:t>25-Aug-2026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567210-CA17-64FB-CD24-40F19A633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E1BC76-6B77-B87A-9564-06622D923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7AC2-A72A-4631-9FDD-A18C4EA2F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469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C3AD6-AE30-7AC2-2B55-358F302E7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931C85-AE44-9E8C-1394-038BDB4BF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188F-7B23-4827-8252-509BCBC5E0A0}" type="datetimeFigureOut">
              <a:rPr lang="en-IN" smtClean="0"/>
              <a:t>25-Aug-2026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93BB52-E501-4D4F-2889-3EBDE60A3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14392-AAD3-EFB1-7F34-C5B42C7A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7AC2-A72A-4631-9FDD-A18C4EA2F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994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3AE044-E3AD-087E-FE86-AA710800A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188F-7B23-4827-8252-509BCBC5E0A0}" type="datetimeFigureOut">
              <a:rPr lang="en-IN" smtClean="0"/>
              <a:t>25-Aug-2026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BD6789-0117-BEBF-FF96-3F3B7436C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F9360-3492-598B-59DE-FDED90D7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7AC2-A72A-4631-9FDD-A18C4EA2F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133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79E4F-6D5C-DD03-03D2-0D5A373BF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6CCC4-A713-8C5C-38E4-63051A9DE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1AE34-4422-05B1-CFF8-8E76E70E2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D863F-FE88-32C3-912B-9BDAE80E7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188F-7B23-4827-8252-509BCBC5E0A0}" type="datetimeFigureOut">
              <a:rPr lang="en-IN" smtClean="0"/>
              <a:t>25-Aug-2026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D2BB4-DBD9-9E2B-55CD-FD9666E43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53228-5596-E421-3307-596CA0992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7AC2-A72A-4631-9FDD-A18C4EA2F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238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06DF-2038-0A1B-838E-F892FA021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7EDA12-EBCC-29C5-E09A-274E6C45FB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FCB330-BC18-B70E-8D4A-DF7BCE091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43991-8E47-4695-F574-1026BC05D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188F-7B23-4827-8252-509BCBC5E0A0}" type="datetimeFigureOut">
              <a:rPr lang="en-IN" smtClean="0"/>
              <a:t>25-Aug-2026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AB4FD6-A891-382E-6AB6-AF9BF9EEE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A819D-71A2-1464-607E-88E7207B2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7AC2-A72A-4631-9FDD-A18C4EA2F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114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DCE34-5760-6495-CBC7-C2B9EBA04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30F37F-6C53-135D-0A57-749C083D5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B1116-3564-57F7-3F51-D482E9CE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188F-7B23-4827-8252-509BCBC5E0A0}" type="datetimeFigureOut">
              <a:rPr lang="en-IN" smtClean="0"/>
              <a:t>25-Aug-2026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D58B8-8653-51DF-4099-24CDA00EF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FF31C-E6B6-02AE-8A5E-E19380729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7AC2-A72A-4631-9FDD-A18C4EA2F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183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A50D5A-FACC-3742-B4CA-DBB3DB2503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10A99-7DC8-61F1-AEA3-A4A038FEB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E2DFF-7026-1E99-8AE3-94ACD3DEA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188F-7B23-4827-8252-509BCBC5E0A0}" type="datetimeFigureOut">
              <a:rPr lang="en-IN" smtClean="0"/>
              <a:t>25-Aug-2026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A40CB-4551-27BD-E7C3-8C0E5F106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E4F7F-5854-4554-563E-24B93A654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7AC2-A72A-4631-9FDD-A18C4EA2F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771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8AEC92-CBA9-012B-7E49-8D202D89B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89894-B236-0727-2BD3-A9E45F04B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D8F91-AB8E-F9FC-CADD-C2B90B0579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2188F-7B23-4827-8252-509BCBC5E0A0}" type="datetimeFigureOut">
              <a:rPr lang="en-IN" smtClean="0"/>
              <a:t>25-Aug-2026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8C801-8AF0-EAC3-6D8C-173DD4F55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3AD03-976B-7958-B837-FC73C11430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47AC2-A72A-4631-9FDD-A18C4EA2FD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66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460B6-67B6-F526-0CE6-772AB5C35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8637"/>
            <a:ext cx="10515600" cy="72253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IN" dirty="0"/>
              <a:t>Real-world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65943-D8D7-0888-9852-A6175D017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IN" b="1" dirty="0"/>
              <a:t>Netflix:</a:t>
            </a:r>
            <a:r>
              <a:rPr lang="en-IN" dirty="0"/>
              <a:t> Recommends movies and TV shows based on user preferences.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Amazon:</a:t>
            </a:r>
            <a:r>
              <a:rPr lang="en-IN" dirty="0"/>
              <a:t> Suggests products according to purchase and browsing history.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Google Maps:</a:t>
            </a:r>
            <a:r>
              <a:rPr lang="en-IN" dirty="0"/>
              <a:t> Provides the fastest route using real-time traffic data.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Banks:</a:t>
            </a:r>
            <a:r>
              <a:rPr lang="en-IN" dirty="0"/>
              <a:t> Detect fraudulent transactions using data analysis.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Hospitals:</a:t>
            </a:r>
            <a:r>
              <a:rPr lang="en-IN" dirty="0"/>
              <a:t> Predict diseases and assist doctors in diagnosis.</a:t>
            </a:r>
          </a:p>
          <a:p>
            <a:pPr>
              <a:lnSpc>
                <a:spcPct val="1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5527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52F10-643C-20C7-FE76-6AD1FE98A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3279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IN" dirty="0"/>
              <a:t>Overview of the Data Science Lifecycle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7A581F-B7E2-D2F0-2579-6474DDACEE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3" b="10645"/>
          <a:stretch>
            <a:fillRect/>
          </a:stretch>
        </p:blipFill>
        <p:spPr>
          <a:xfrm>
            <a:off x="1349700" y="1260476"/>
            <a:ext cx="9492599" cy="523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183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A4E13-6DE3-2214-74D5-A2CD03746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136"/>
            <a:ext cx="10515600" cy="64552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IN" dirty="0"/>
              <a:t>Types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1436B-9305-41F7-BAAB-9E68AB213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17267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b="1" dirty="0"/>
              <a:t>1. Structured Data</a:t>
            </a:r>
          </a:p>
          <a:p>
            <a:pPr lvl="1">
              <a:lnSpc>
                <a:spcPct val="110000"/>
              </a:lnSpc>
            </a:pPr>
            <a:r>
              <a:rPr lang="en-IN" dirty="0"/>
              <a:t>Structured data is </a:t>
            </a:r>
            <a:r>
              <a:rPr lang="en-IN" b="1" dirty="0"/>
              <a:t>organized in rows and columns</a:t>
            </a:r>
            <a:r>
              <a:rPr lang="en-IN" dirty="0"/>
              <a:t> and is easy to store and analyze using databases.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b="1" dirty="0"/>
              <a:t>Examples:</a:t>
            </a:r>
            <a:endParaRPr lang="en-IN" dirty="0"/>
          </a:p>
          <a:p>
            <a:pPr lvl="1">
              <a:lnSpc>
                <a:spcPct val="110000"/>
              </a:lnSpc>
            </a:pPr>
            <a:r>
              <a:rPr lang="en-IN" dirty="0"/>
              <a:t>Student records </a:t>
            </a:r>
          </a:p>
          <a:p>
            <a:pPr lvl="1">
              <a:lnSpc>
                <a:spcPct val="110000"/>
              </a:lnSpc>
            </a:pPr>
            <a:r>
              <a:rPr lang="en-IN" dirty="0"/>
              <a:t>Employee database </a:t>
            </a:r>
          </a:p>
          <a:p>
            <a:pPr lvl="1">
              <a:lnSpc>
                <a:spcPct val="110000"/>
              </a:lnSpc>
            </a:pPr>
            <a:r>
              <a:rPr lang="en-IN" dirty="0"/>
              <a:t>Bank transactions </a:t>
            </a:r>
          </a:p>
          <a:p>
            <a:pPr lvl="1">
              <a:lnSpc>
                <a:spcPct val="110000"/>
              </a:lnSpc>
            </a:pPr>
            <a:r>
              <a:rPr lang="en-IN" dirty="0"/>
              <a:t>Excel spreadsheets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b="1" dirty="0"/>
              <a:t>Characteristics:</a:t>
            </a:r>
            <a:endParaRPr lang="en-IN" dirty="0"/>
          </a:p>
          <a:p>
            <a:pPr lvl="1">
              <a:lnSpc>
                <a:spcPct val="110000"/>
              </a:lnSpc>
            </a:pPr>
            <a:r>
              <a:rPr lang="en-IN" dirty="0"/>
              <a:t>Fixed format </a:t>
            </a:r>
          </a:p>
          <a:p>
            <a:pPr lvl="1">
              <a:lnSpc>
                <a:spcPct val="110000"/>
              </a:lnSpc>
            </a:pPr>
            <a:r>
              <a:rPr lang="en-IN" dirty="0"/>
              <a:t>Easy to search and analyze </a:t>
            </a:r>
          </a:p>
          <a:p>
            <a:pPr lvl="1">
              <a:lnSpc>
                <a:spcPct val="110000"/>
              </a:lnSpc>
            </a:pPr>
            <a:r>
              <a:rPr lang="en-IN" dirty="0"/>
              <a:t>Stored in relational databases (SQL)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1027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2842</TotalTime>
  <Words>113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Real-world Examples</vt:lpstr>
      <vt:lpstr>Overview of the Data Science Lifecycle</vt:lpstr>
      <vt:lpstr>Types of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 bhatt</dc:creator>
  <cp:lastModifiedBy>Rajdeep Paul</cp:lastModifiedBy>
  <cp:revision>13</cp:revision>
  <dcterms:created xsi:type="dcterms:W3CDTF">2026-07-25T13:17:23Z</dcterms:created>
  <dcterms:modified xsi:type="dcterms:W3CDTF">2026-08-25T11:39:37Z</dcterms:modified>
</cp:coreProperties>
</file>